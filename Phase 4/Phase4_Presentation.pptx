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2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94645"/>
  </p:normalViewPr>
  <p:slideViewPr>
    <p:cSldViewPr snapToGrid="0">
      <p:cViewPr varScale="1">
        <p:scale>
          <a:sx n="46" d="100"/>
          <a:sy n="46" d="100"/>
        </p:scale>
        <p:origin x="200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E034C-9364-7D3A-0175-B43AB5682E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Title: Forensic Investigation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32185-C6B4-CAED-1F4B-6D5B25EB5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Joseph Brevard</a:t>
            </a:r>
          </a:p>
        </p:txBody>
      </p:sp>
    </p:spTree>
    <p:extLst>
      <p:ext uri="{BB962C8B-B14F-4D97-AF65-F5344CB8AC3E}">
        <p14:creationId xmlns:p14="http://schemas.microsoft.com/office/powerpoint/2010/main" val="114069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54FC6-F255-0439-E4C9-89CE8D80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Did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0E28D-9C69-E7B7-9EE9-132EE1130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Planned forensic investigation (Phase 1) </a:t>
            </a:r>
          </a:p>
          <a:p>
            <a:r>
              <a:rPr lang="en-US" dirty="0"/>
              <a:t>Collected system data (Phase 2) </a:t>
            </a:r>
          </a:p>
          <a:p>
            <a:r>
              <a:rPr lang="en-US" dirty="0"/>
              <a:t>Analyzed evidence (Phase 3) </a:t>
            </a:r>
          </a:p>
          <a:p>
            <a:r>
              <a:rPr lang="en-US" dirty="0"/>
              <a:t>Reported findings (Phase 4)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34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3AB41-87C5-B2E3-AAB2-60DBCF67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Collected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F57F8-AFFB-806B-D13F-A956C29B5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1892F04-06C2-4520-1AA2-6D488EF30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3920" y="2204366"/>
            <a:ext cx="252184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Disk Image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dc3dd 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tcpdump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Capture </a:t>
            </a:r>
          </a:p>
        </p:txBody>
      </p:sp>
    </p:spTree>
    <p:extLst>
      <p:ext uri="{BB962C8B-B14F-4D97-AF65-F5344CB8AC3E}">
        <p14:creationId xmlns:p14="http://schemas.microsoft.com/office/powerpoint/2010/main" val="1211838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34233-D8B4-BF47-229E-617BC3A84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Evidence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6C47F-8C22-936C-455D-6B7A4EE3E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Reviewed disk data for suspicious files </a:t>
            </a:r>
          </a:p>
          <a:p>
            <a:r>
              <a:rPr lang="en-US" dirty="0"/>
              <a:t>Analyzed system activity </a:t>
            </a:r>
          </a:p>
          <a:p>
            <a:r>
              <a:rPr lang="en-US" dirty="0"/>
              <a:t>Examined network traffic </a:t>
            </a:r>
          </a:p>
          <a:p>
            <a:r>
              <a:rPr lang="en-US" dirty="0"/>
              <a:t>Looked for unusual behavior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56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1D08-E1E7-9C3F-5CAC-0F7F57D62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D3A74-1BD4-99C3-5AEB-E027C3496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Suspicious files identified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Unusual system activity observed 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Network communication patterns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614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3B004-5E07-B03B-627F-9D5615EC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7F574-AD6D-AD82-A314-DA4D6F95D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 may have been compromised </a:t>
            </a:r>
          </a:p>
          <a:p>
            <a:r>
              <a:rPr lang="en-US" dirty="0"/>
              <a:t>Evidence shows unusual activity </a:t>
            </a:r>
          </a:p>
          <a:p>
            <a:r>
              <a:rPr lang="en-US" dirty="0"/>
              <a:t>Network connections were suspicious </a:t>
            </a:r>
          </a:p>
          <a:p>
            <a:r>
              <a:rPr lang="en-US" dirty="0"/>
              <a:t>Further investigation is needed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217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61</TotalTime>
  <Words>97</Words>
  <Application>Microsoft Macintosh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Title: Forensic Investigation Project</vt:lpstr>
      <vt:lpstr>What I Did </vt:lpstr>
      <vt:lpstr>Evidence Collected </vt:lpstr>
      <vt:lpstr>Evidence Analysis</vt:lpstr>
      <vt:lpstr>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Brevard</dc:creator>
  <cp:lastModifiedBy>Joseph Brevard</cp:lastModifiedBy>
  <cp:revision>3</cp:revision>
  <dcterms:created xsi:type="dcterms:W3CDTF">2026-05-04T00:49:08Z</dcterms:created>
  <dcterms:modified xsi:type="dcterms:W3CDTF">2026-05-04T01:50:26Z</dcterms:modified>
</cp:coreProperties>
</file>